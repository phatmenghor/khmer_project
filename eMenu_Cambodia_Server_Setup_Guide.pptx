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109728" cy="228600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eMenu Cambodia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E86B00"/>
                </a:solidFill>
              </a:rPr>
              <a:t>Server Setup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BB"/>
                </a:solidFill>
              </a:rPr>
              <a:t>Complete step-by-step deployment &amp; configuration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Domain: emenu-cambodia.com  •  Server IP: 167.172.88.194  •  OS: Ubuntu Linux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77"/>
                </a:solidFill>
              </a:rPr>
              <a:t>Last Updated: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All services run in Docker on a single Linux VPS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828800" cy="64008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Internet /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88720"/>
            <a:ext cx="2286000" cy="6400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Nginx
Reverse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389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78"/>
                </a:solidFill>
              </a:rPr>
              <a:t>──────▶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143000"/>
            <a:ext cx="292608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1795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Owner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4356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FF"/>
                </a:solidFill>
              </a:rPr>
              <a:t>port 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4356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6B00"/>
                </a:solidFill>
              </a:rPr>
              <a:t>emenu-cambodia.com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25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78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48840"/>
            <a:ext cx="292608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1854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Client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414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FF"/>
                </a:solidFill>
              </a:rPr>
              <a:t>port 3001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4414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6B00"/>
                </a:solidFill>
              </a:rPr>
              <a:t>*.emenu-cambodia.com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7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154680"/>
            <a:ext cx="292608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1912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4472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FF"/>
                </a:solidFill>
              </a:rPr>
              <a:t>port 7070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4472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6B00"/>
                </a:solidFill>
              </a:rPr>
              <a:t>api.emenu-cambodia.com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78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160520"/>
            <a:ext cx="2926080" cy="68580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41970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453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FF"/>
                </a:solidFill>
              </a:rPr>
              <a:t>port 5432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453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6B00"/>
                </a:solidFill>
              </a:rPr>
              <a:t>Internal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343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78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166360"/>
            <a:ext cx="2926080" cy="68580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5202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4589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FF"/>
                </a:solidFill>
              </a:rPr>
              <a:t>port 6379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4589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6B00"/>
                </a:solidFill>
              </a:rPr>
              <a:t>Internal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349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78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2103120"/>
            <a:ext cx="22860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Wildcard SSL  *.emenu-cambodia.com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6478"/>
                </a:solidFill>
              </a:rPr>
              <a:t>acme.sh + GoDaddy DNS API → auto-renew every ~60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Server Information &amp;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5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VPS Provider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18872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225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DigitalOcean / any Linux VPS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367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Server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0020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6367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167.172.88.194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48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01168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0482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Ubuntu 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59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42316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4597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emenu-cambodia.com  (GoDaddy DNS)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712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Nameservers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83464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28712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ns47.domaincontrol.com / ns48.domaincontrol.com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4612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826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24612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2826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SSH as root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097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Software to install on server: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41732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1E2E"/>
                </a:solidFill>
              </a:rPr>
              <a:t>• Docker + Docker Compose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Nginx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acme.sh  (SSL automation)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curl, git, wget</a:t>
            </a:r>
          </a:p>
          <a:p>
            <a:pPr algn="l"/>
            <a:r>
              <a:rPr sz="1100">
                <a:solidFill>
                  <a:srgbClr val="1E1E2E"/>
                </a:solidFill>
              </a:rPr>
              <a:t>• Python 3 (optional, for scripts)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57600"/>
            <a:ext cx="1143000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39"/>
            <a:ext cx="111556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Install Docker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curl -fsSL https://get.docker.com | sh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Install Nginx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apt-get install -y nginx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Install acme.sh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curl https://get.acme.sh | sh -s email=phatmenghor19@gmail.com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Server Directory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Where everything lives on the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/opt/apps/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├── emenu-backend/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   ├── e_menu_cambodia.jar      ← Spring Boot fat-jar (built from source)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   ├── Dockerfile               ← Multi-stage Docker build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   └── docker-compose.yml       ← Backend service definition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├── owner-frontend/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   ├── Dockerfile               ← Next.js standalone build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   └── docker-compose.yml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│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└── client-frontend/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  ├── Dockerfile               ← Next.js standalone build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  └── docker-compose.yml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/etc/nginx/conf.d/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├── emenu-owner.conf             ← emenu-cambodia.com  → :3000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├── emenu-api.conf               ← api.emenu-cambodia.com → :7070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└── emenu-client.conf            ← *.emenu-cambodia.com  → :3001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/etc/ssl/emenu-cambodia/         ← SSL certificates (acme.sh)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├── fullchain.pem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└── key.pem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SSL Certificate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Wildcard cert via acme.sh + GoDaddy DNS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SSL Certificate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996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46304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4996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acme.sh (Let's Encrypt)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47088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836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847088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18836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Wildcard  *.emenu-cambodia.com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31136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67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DNS Provider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231136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2677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GoDaddy (API key + secret)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15184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Cert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615184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26517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/etc/ssl/emenu-cambodia/fullchain.pem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99232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35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path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2999232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03580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/etc/ssl/emenu-cambodia/key.pem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8328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4198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Auto-renew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38328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34198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cron job (daily 11:44) — renews ~every 60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97280"/>
            <a:ext cx="5669280" cy="5120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188720"/>
            <a:ext cx="5394960" cy="4937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1. Set GoDaddy API credentials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export GD_Key="YOUR_GODADDY_API_KEY"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export GD_Secret="YOUR_GODADDY_API_SECRET"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2. Issue wildcard certificate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~/.acme.sh/acme.sh --issue --dns dns_gd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-d emenu-cambodia.com -d '*.emenu-cambodia.com'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--server letsencrypt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3. Install certificate to /etc/ssl/emenu-cambodia/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mkdir -p /etc/ssl/emenu-cambodia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~/.acme.sh/acme.sh --install-cert -d emenu-cambodia.com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--cert-file   /etc/ssl/emenu-cambodia/cert.pem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--key-file    /etc/ssl/emenu-cambodia/key.pem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--fullchain-file /etc/ssl/emenu-cambodia/fullchain.pem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--reloadcmd  "nginx -s reload"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444"/>
                </a:solidFill>
              </a:rPr>
              <a:t>⚠  Regenerate GoDaddy API key after each use — never commit to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Nginx Reverse Proxy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Three virtual hosts — owner, API, client (wildcard)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36576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emenu-cambodia.com  →  :3000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6478"/>
                </a:solidFill>
              </a:rPr>
              <a:t>/etc/nginx/conf.d/emenu-owner.conf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749039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server {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listen 443 ssl;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server_name emenu-cambodia.com www.emenu-cambodia.com;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ssl_certificate     /etc/ssl/emenu-cambodia/fullchain.pem;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ssl_certificate_key /etc/ssl/emenu-cambodia/key.pem;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location / { proxy_pass http://127.0.0.1:3000; }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97280"/>
            <a:ext cx="3749039" cy="36576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143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api.emenu-cambodia.com  →  :7070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508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6478"/>
                </a:solidFill>
              </a:rPr>
              <a:t>/etc/nginx/conf.d/emenu-api.conf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737360"/>
            <a:ext cx="3749039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288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server {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listen 443 ssl;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server_name api.emenu-cambodia.com;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ssl_certificate     /etc/ssl/emenu-cambodia/fullchain.pem;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ssl_certificate_key /etc/ssl/emenu-cambodia/key.pem;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client_max_body_size 50M;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location / { proxy_pass http://127.0.0.1:7070; }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749039" cy="36576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*.emenu-cambodia.com  →  :3001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508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6478"/>
                </a:solidFill>
              </a:rPr>
              <a:t>/etc/nginx/conf.d/emenu-client.conf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749039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server {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listen 443 ssl;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server_name *.emenu-cambodia.com;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ssl_certificate     /etc/ssl/emenu-cambodia/fullchain.pem;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ssl_certificate_key /etc/ssl/emenu-cambodia/key.pem;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location / { proxy_pass http://127.0.0.1:3001; }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1161288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886200"/>
            <a:ext cx="1133855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Test and reload Nginx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nginx -t &amp;&amp; nginx -s reload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Enable HTTP→HTTPS redirect (add to each server block or separate :80 block)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server { listen 80; server_name ...; return 301 https://$host$request_uri;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6692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444"/>
                </a:solidFill>
              </a:rPr>
              <a:t>Important: Nginx must load emenu-client.conf AFTER emenu-owner.conf so the wildcard doesn't catch the exact domain.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docker ps — all 5 containers running on the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070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43000"/>
            <a:ext cx="320040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207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137160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207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143000"/>
            <a:ext cx="411480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12070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90472"/>
            <a:ext cx="2743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5819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00"/>
                </a:solidFill>
              </a:rPr>
              <a:t>emenu_backend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490472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158191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emenu-cambodia/backend:1.0.0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90472"/>
            <a:ext cx="1371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5819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7070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490472"/>
            <a:ext cx="4114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15819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Spring Boot REST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93391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084831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00"/>
                </a:solidFill>
              </a:rPr>
              <a:t>owner-frontend-...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1993391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2084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owner-frontend-owner-frontend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993391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084831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3000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1993391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208483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Next.js Owner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96312"/>
            <a:ext cx="2743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587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00"/>
                </a:solidFill>
              </a:rPr>
              <a:t>client-frontend-...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496312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25877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client-frontend-client-frontend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96312"/>
            <a:ext cx="1371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5877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3001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496312"/>
            <a:ext cx="4114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25877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Next.js Customer App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992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0906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00"/>
                </a:solidFill>
              </a:rPr>
              <a:t>redis:7-alpine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999232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90672" y="30906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redis:7-alpine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9923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3090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6379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2999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62672" y="30906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Cache (6 h TTL on plans)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502152"/>
            <a:ext cx="2743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5935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00"/>
                </a:solidFill>
              </a:rPr>
              <a:t>postgres:17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502152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0672" y="35935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postgres:17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502152"/>
            <a:ext cx="1371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35935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5432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3502152"/>
            <a:ext cx="4114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62672" y="359359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Primary database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709160"/>
            <a:ext cx="1161288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79" y="4800600"/>
            <a:ext cx="113385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View all running containers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ps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Restart backend (e.g. after config change)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restart emenu_backend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View backend logs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logs -f emenu_backend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Spring Boot — build jar → copy to server → docker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704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Build JAR (using Docker Maven — no JDK needed on server)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44752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docker run --rm -v $(pwd):/app -w /app maven:3.9-eclipse-temurin-21-alpine mvn clean package -DskipTests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55064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Output: menu-scanner-backend/target/e_menu_cambodia.jar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1911095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Copy JAR to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6712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scp menu-scanner-backend/target/e_menu_cambodia.jar  root@167.172.88.194:/opt/apps/emenu-backend/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423160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048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Copy Dockerfile &amp; docker-compose.server.yml to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79191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scp menu-scanner-backend/Dockerfile  root@167.172.88.194:/opt/apps/emenu-backend/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89503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scp menu-scanner-backend/docker-compose.server.yml  root@167.172.88.194:/opt/apps/emenu-backend/docker-compose.yml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145535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27247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SSH into server → build &amp;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0156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ssh root@167.172.88.194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11879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cd /opt/apps/emenu-backend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docker compose build --no-cache &amp;&amp; docker compose up -d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" y="4078224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5993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Verify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3425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docker ps   # STATUS should show (healthy)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4456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curl http://localhost:7070/actuator/health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444"/>
                </a:solidFill>
              </a:rPr>
              <a:t>application-prod.yaml is baked into the JAR — rebuild jar whenever YAML config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Owner (port 3000) and Client (port 3001) — Next.js standalone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B00"/>
                </a:solidFill>
              </a:rPr>
              <a:t>Owner Frontend  (emenu-cambodia.com)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48640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45920"/>
            <a:ext cx="5212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/opt/apps/owner-frontend/Dockerfile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FROM node:20-alpine AS builder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WORKDIR /app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. .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RUN npm ci &amp;&amp; npm run build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FROM node:20-alpine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WORKDIR /app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ENV PORT=3000 NODE_ENV=production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--from=builder /app/.next/standalone .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--from=builder /app/.next/static ./.next/static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--from=builder /app/public ./public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CMD ["node", "server.js"]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572000"/>
            <a:ext cx="548640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66344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Build &amp; run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cd /opt/apps/owner-frontend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compose build --no-cache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compose up 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B00"/>
                </a:solidFill>
              </a:rPr>
              <a:t>Client Frontend  (*.emenu-cambodia.com)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57784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20"/>
            <a:ext cx="5303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/opt/apps/client-frontend/Dockerfile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FROM node:20-alpine AS builder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WORKDIR /app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. .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RUN npm ci &amp;&amp; npm run build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FROM node:20-alpine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WORKDIR /app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ENV PORT=3001 NODE_ENV=production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--from=builder /app/.next/standalone .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--from=builder /app/.next/static ./.next/static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COPY --from=builder /app/public ./public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CMD ["node", "server.js"]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572000"/>
            <a:ext cx="557784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66344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Build &amp; run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cd /opt/apps/client-frontend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compose build --no-cache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compose up 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9436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444"/>
                </a:solidFill>
              </a:rPr>
              <a:t>NEXT_PUBLIC_API_BASE_URL must be baked in at build time (not runtime env var) for Next.js.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PostgreSQL 17 in Docker + production init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Connection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453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50876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5453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167.172.88.194  (or DB_HOST env)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92807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293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892807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19293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5432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76856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13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276856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3134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e_menu_platform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60904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Username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660904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2697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postgres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44952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81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Password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044952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0815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stored in application-prod.yaml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4655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DDL 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42900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34655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update  (Hibernate creates/alters tables)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143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Init Production Data  (scripts/init-production-data.sql)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50876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PLATFORM_OWNER role  (global, no business)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CUSTOMER role  (for social auth auto-create)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Platform owner user: phatmenghor19@gmail.com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User profile  (Phat Menghor)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Role assignment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3 subscription plans: 1 Week / 1 Month / 1 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1143000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206240"/>
            <a:ext cx="1115568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-- Run in pgAdmin on e_menu_platform database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-- File: menu-scanner-backend/scripts/init-production-data.sql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-- Safe to re-run — all inserts use WHERE NOT EXISTS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-- Verify after running: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SELECT name, price, status, duration_type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FROM subscription_plans WHERE is_deleted = false;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-- Should return 3 rows: 1 Week, 1 Month, 1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F4444"/>
                </a:solidFill>
              </a:rPr>
              <a:t>Redis cache TTL on subscription plans = 6 hours. Run FLUSHDB after inserting data directly via 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Location Data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Province / District / Commune / Village — source DB (bigint) → production (UUID)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6478"/>
                </a:solidFill>
              </a:rPr>
              <a:t>The source database uses bigint PKs; production uses UUID (BaseUUIDEntity).
FKs in production are code-based (province_code, district_code, commune_code) — no UUID mapping needed.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1783080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pgAdmin → source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Run Part A queries from scripts/migrate-location-data.sql (4 queries)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2295144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Download each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511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Click ↓ icon in Data Output → Download as CSV (province / district / commune / village)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807208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88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Convert CSV →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39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Notepad: Ctrl+H → remove all " → delete header line → Save As .sql (UTF-8)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" y="3319271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00983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pgAdmin → production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75303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Open each .sql via Ctrl+O folder icon → F5 to run IN ORDER: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3831335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13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Order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8736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1. province.sql  2. district.sql  3. commune.sql  4. village.sql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" y="4343400"/>
            <a:ext cx="457200" cy="457200"/>
          </a:xfrm>
          <a:prstGeom prst="ellipse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251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Verify 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99432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78"/>
                </a:solidFill>
              </a:rPr>
              <a:t>Run Part C verify query — counts must match between source and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60720"/>
            <a:ext cx="1143000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52159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-- Part C: Verify on production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SELECT 'province', COUNT(*) FROM location_province_cbc WHERE is_deleted=false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UNION ALL SELECT 'district', COUNT(*) FROM location_district_cbc WHERE is_deleted=false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UNION ALL SELECT 'commune',  COUNT(*) FROM location_commune_cbc  WHERE is_deleted=false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UNION ALL SELECT 'village',  COUNT(*) FROM location_village_cbc  WHERE is_deleted=false;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Telegram Bot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Webhook + Login Widget + BotFather domain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Bot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453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Bot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50876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5453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stored in application-prod.yaml / docker-compose env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568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Webhook 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92024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19568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https://api.emenu-cambodia.com/api/v1/telegram/webhook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3172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68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Group chat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33172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368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-1002784141362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1463040" cy="292608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797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Login domain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74320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27797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2E"/>
                </a:solidFill>
              </a:rPr>
              <a:t>emenu-cambodia.com  (covers all subdomains)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143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Setup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50876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Open Telegram → @BotFather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/setdomain → select your bot → enter: emenu-cambodia.com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BotFather replies: 'Domain updated'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Set webhook via API (one-time after deploy):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91840"/>
            <a:ext cx="114300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11155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Set Telegram webhook (run once after backend is live)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curl -s 'https://api.telegram.org/bot&lt;TOKEN&gt;/setWebhook' \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--data-urlencode 'url=https://api.emenu-cambodia.com/api/v1/telegram/webhook'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Verify webhook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curl 'https://api.telegram.org/bot&lt;TOKEN&gt;/getWebhookInfo'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Should show: url: https://api.emenu-cambodia.com/...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12080"/>
            <a:ext cx="1143000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03520"/>
            <a:ext cx="11155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application-prod.yaml key settings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telegram: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bot: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  token: '${TELEGRAM_BOT_TOKEN}'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  webhook-url: '${TELEGRAM_WEBHOOK_URL:https://api.emenu-cambodia.com}'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    auto-setup: 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Moving to a New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Checklist for re-deployment on a fresh VPS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978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27048"/>
            <a:ext cx="5486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Provision Linux VPS (Ubuntu recommended)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Point DNS A records to new server IP (GoDaddy panel)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Install Docker, Nginx, acme.sh on new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49039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80390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SSL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33087"/>
            <a:ext cx="5486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Generate new GoDaddy API key+secret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Run acme.sh issue command (same as Slide 5)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Install cert to /etc/ssl/emenu-cambodia/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355080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099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739128"/>
            <a:ext cx="5486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Copy 3 conf files from /etc/nginx/conf.d/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nginx -t &amp;&amp; nginx -s reload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8961120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9015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9345168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Start postgres:17 Docker container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Start Spring Boot backend (Hibernate auto-creates tables)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Run init-production-data.sql in pgAdmin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Run migrate-location-data.sql (Parts A + 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143000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1978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527048"/>
            <a:ext cx="5486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Build jar: mvn clean package -DskipTests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Copy jar + Dockerfile + docker-compose to /opt/apps/emenu-backend/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docker compose build &amp;&amp; docker compose up -d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80390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Frontends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133087"/>
            <a:ext cx="5486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Copy source to /opt/apps/owner-frontend/ and /opt/apps/client-frontend/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docker compose build --no-cache &amp;&amp; docker compose up -d  (both)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6355080"/>
            <a:ext cx="5669280" cy="34747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64099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Telegram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6739128"/>
            <a:ext cx="5486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E1E2E"/>
                </a:solidFill>
              </a:rPr>
              <a:t>• Update webhook URL if domain/IP changes</a:t>
            </a:r>
          </a:p>
          <a:p>
            <a:pPr algn="l"/>
            <a:r>
              <a:rPr sz="1000">
                <a:solidFill>
                  <a:srgbClr val="1E1E2E"/>
                </a:solidFill>
              </a:rPr>
              <a:t>• curl setWebhook with new URL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Quick Reference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DAA"/>
                </a:solidFill>
              </a:rPr>
              <a:t>Day-to-day operations on the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440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11338559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C55E"/>
                </a:solidFill>
                <a:latin typeface="Courier New"/>
              </a:rPr>
              <a:t># ── View all containers 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ps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Restart a service ──────────────────────────────────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restart emenu_backend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restart &lt;owner-container-name&gt;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restart &lt;client-container-name&gt;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View logs ───────────────────────────────────────────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logs -f emenu_backend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logs -f --tail 100 emenu_backend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Flush Redis cache ───────────────────────────────────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exec -it &lt;redis-container-id&gt; redis-cli FLUSHDB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Rebuild backend after jar update 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cd /opt/apps/emenu-backend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docker compose build --no-cache &amp;&amp; docker compose up -d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Check SSL cert expiry 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~/.acme.sh/acme.sh --list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Renew SSL manually ───────────────────────────────────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~/.acme.sh/acme.sh --renew -d emenu-cambodia.com --force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# ── Reload Nginx ─────────────────────────────────────────</a:t>
            </a:r>
          </a:p>
          <a:p>
            <a:r>
              <a:rPr sz="900">
                <a:solidFill>
                  <a:srgbClr val="22C55E"/>
                </a:solidFill>
                <a:latin typeface="Courier New"/>
              </a:rPr>
              <a:t>nginx -t &amp;&amp; nginx -s reload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Setup Complete — Service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PostgreSQL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05156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Running on :5432  •  DB: e_menu_platform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45336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8191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910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Redis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591056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Running on :6379  •  cache TTL: 6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84832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2140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Spring Boot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30552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Running on :7070  •  healthy  •  webhook 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60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Owner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7004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Running on :3000  •  emenu-cambodia.com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63824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0040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095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Client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209544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Running on :3001  •  *.emenu-cambodia.com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3989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4903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749039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Routing all 3 domains  •  SSL active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42816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793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88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Wildcard SSL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288536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*.emenu-cambodia.com  •  auto-renew via acme.sh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82312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1888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280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Telegram 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828032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Webhook set  •  Login domain: emenu-cambodia.com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21808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3675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Init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36752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Platform owner user + 3 subscription plans inserted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861304"/>
            <a:ext cx="38404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89788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9070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Location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5907024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Province / District / Commune / Village migrated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6B00"/>
                </a:solidFill>
              </a:rPr>
              <a:t>emenu-cambodia.com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