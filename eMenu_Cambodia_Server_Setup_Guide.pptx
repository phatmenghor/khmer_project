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91440" cy="320040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F2D3D"/>
                </a:solidFill>
              </a:rPr>
              <a:t>Server Setup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6B00"/>
                </a:solidFill>
              </a:rPr>
              <a:t>eMenu Cambodia  +  Tiffany Furniture 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</a:rPr>
              <a:t>Complete deployment &amp; configuration reference for both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Server IP: 167.172.88.194   •   OS: Ubuntu Linux   •   Last Updated: 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6240"/>
            <a:ext cx="3291840" cy="548640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6B00"/>
                </a:solidFill>
              </a:rPr>
              <a:t>emenu-cambodia.com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4206240"/>
            <a:ext cx="3474720" cy="548640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4297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</a:rPr>
              <a:t>tiffanyfurniturekh.com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4206240"/>
            <a:ext cx="3566160" cy="548640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4297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167.172.88.194 (VPS)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All services run in Docker on a single Linux VPS — ports bound to 127.0.0.1 (Nginx only)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60120"/>
            <a:ext cx="27432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02412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Container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960120"/>
            <a:ext cx="301752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1024128"/>
            <a:ext cx="2926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Image / 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960120"/>
            <a:ext cx="32004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102412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173736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1024128"/>
            <a:ext cx="16459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Project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252728"/>
            <a:ext cx="27432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132588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emenu_backend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1252728"/>
            <a:ext cx="301752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132588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emenu-cambodia/backend:1.0.0  :7070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252728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1325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api.emenu-cambodia.com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1252728"/>
            <a:ext cx="173736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1325880"/>
            <a:ext cx="16459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eMenu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1600200"/>
            <a:ext cx="27432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673352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emenu_owner_frontend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1600200"/>
            <a:ext cx="30175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90672" y="167335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owner-frontend  :3000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600200"/>
            <a:ext cx="3200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167335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emenu-cambodia.com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1600200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08592" y="1673352"/>
            <a:ext cx="16459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eMenu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947672"/>
            <a:ext cx="27432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2020824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emenu_client_frontend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1947672"/>
            <a:ext cx="301752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90672" y="2020824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client-frontend  :3001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1947672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202082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*.emenu-cambodia.com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1947672"/>
            <a:ext cx="173736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08592" y="2020824"/>
            <a:ext cx="16459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eMenu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295144"/>
            <a:ext cx="27432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" y="2368296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tiffany_backend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2295144"/>
            <a:ext cx="30175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90672" y="23682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tiffany/backend:1.0.0  :6060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295144"/>
            <a:ext cx="3200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236829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api.tiffanyfurniturekh.com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35440" y="2295144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08592" y="2368296"/>
            <a:ext cx="16459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Tiffany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2642616"/>
            <a:ext cx="27432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271576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tiffany_frontend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2642616"/>
            <a:ext cx="301752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90672" y="2715768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tiffany/frontend:1.0.0  :3002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2642616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271576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tiffanyfurniturekh.com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35440" y="2642616"/>
            <a:ext cx="173736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08592" y="2715768"/>
            <a:ext cx="16459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Tiffany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2990088"/>
            <a:ext cx="27432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306324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emenu-redis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17520" y="2990088"/>
            <a:ext cx="30175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90672" y="306324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redis:7-alpine  :6379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2990088"/>
            <a:ext cx="3200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3063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Internal only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35440" y="2990088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08592" y="3063240"/>
            <a:ext cx="16459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Shared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3337560"/>
            <a:ext cx="27432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7472" y="3410712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postgres17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3337560"/>
            <a:ext cx="301752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672" y="341071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postgres:17  :5432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35040" y="3337560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08192" y="341071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Internal only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35440" y="3337560"/>
            <a:ext cx="173736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08592" y="3410712"/>
            <a:ext cx="16459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Shared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4114800"/>
            <a:ext cx="11612880" cy="457200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4187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Security: All app ports bound to 127.0.0.1 (not 0.0.0.0) — only Nginx can reach them from outside.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47091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SSL Certificates (auto-renew via acme.sh cron daily 11:44)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4983480"/>
            <a:ext cx="384048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472" y="5047488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0" y="4983480"/>
            <a:ext cx="18288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87952" y="50474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43600" y="4983480"/>
            <a:ext cx="438912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16752" y="5047488"/>
            <a:ext cx="4297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Cert Path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32720" y="4983480"/>
            <a:ext cx="155448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05872" y="5047488"/>
            <a:ext cx="1463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Renews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276088"/>
            <a:ext cx="38404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534924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emenu-cambodia.com + *.emenu-cambodia.com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0" y="5276088"/>
            <a:ext cx="18288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87952" y="534924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ZeroSSL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943600" y="5276088"/>
            <a:ext cx="438912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016752" y="534924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/etc/ssl/emenu-cambodia/fullchain.pem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332720" y="5276088"/>
            <a:ext cx="15544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405872" y="5349240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2026-08-23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623560"/>
            <a:ext cx="3840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696712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tiffanyfurniturekh.com + www + api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0" y="5623560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87952" y="569671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Let's Encrypt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943600" y="5623560"/>
            <a:ext cx="4389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16752" y="5696712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/etc/ssl/tiffany-furniture/fullchain.pem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332720" y="5623560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405872" y="5696712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2026-08-14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Server Directory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14400"/>
            <a:ext cx="5669280" cy="5577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05840"/>
            <a:ext cx="5449824" cy="5394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/opt/apps/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emenu-backend/                   ← eMenu Spring Boot deploy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e_menu_cambodia.jar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Dockerfile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docker-compose.yml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logs/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└── README.md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owner-frontend/                  ← eMenu Owner frontend deploy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menu-scanner-frontend-owner/ (source copy)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Dockerfile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└── docker-compose.yml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client-frontend/                 ← eMenu Client frontend deploy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menu-scanner-frontend-client/ (source copy)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Dockerfile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└── docker-compose.yml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tiffany-backend/                 ← Tiffany Spring Boot deploy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tiffany_backend.jar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Dockerfile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docker-compose.yml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└── README.md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tiffany-frontend/                ← Tiffany frontend deploy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tiffany-frontend/ (source copy)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Dockerfile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└── docker-compose.yml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tiffany_wong/                    ← Tiffany source code (git repo)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tiffany-backend/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└── tiffany-frontend/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└── khmer_project/                   ← eMenu source code (git repo)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914400"/>
            <a:ext cx="5760720" cy="5577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005840"/>
            <a:ext cx="5541264" cy="5394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/etc/nginx/conf.d/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000-default.conf    ← block direct IP access (return 444)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emenu-owner.conf    ← emenu-cambodia.com        → :3000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emenu-api.conf      ← api.emenu-cambodia.com    → :7070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emenu-client.conf   ← *.emenu-cambodia.com      → :3001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tiffany-frontend.conf ← tiffanyfurniturekh.com  → :3002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└── tiffany-api.conf    ← api.tiffanyfurniturekh.com → :6060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/etc/ssl/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emenu-cambodia/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├── fullchain.pem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│   └── key.pem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└── tiffany-furniture/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├── fullchain.pem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└── key.pem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/opt/tools/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├── redis/docker-compose.yml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└── postgres/docker-compose.yml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SSL Certificate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acme.sh + GoDaddy DNS API — wildcard and multi-domain certs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Get GoDaddy API Key: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https://developer.godaddy.com/keys  →  Create New API Key  →  Environment: Production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54480"/>
            <a:ext cx="5669280" cy="3749039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645920"/>
            <a:ext cx="5449824" cy="3566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Install acme.sh (one-time)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https://get.acme.sh | sh -s email=phatmenghor19@gmail.com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eMenu (wildcard) 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export GD_Key="YOUR_GODADDY_KEY"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export GD_Secret="YOUR_GODADDY_SECRET"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--issue --dns dns_gd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-d emenu-cambodia.com -d '*.emenu-cambodia.com'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--server letsencrypt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mkdir -p /etc/ssl/emenu-cambodia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--install-cert -d emenu-cambodia.com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--fullchain-file /etc/ssl/emenu-cambodia/fullchain.pem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--key-file       /etc/ssl/emenu-cambodia/key.pem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--reloadcmd      "nginx -s reload"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960120"/>
            <a:ext cx="5669280" cy="53492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051560"/>
            <a:ext cx="5449824" cy="5166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── Tiffany (multi-domain) 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export GD_Key="YOUR_GODADDY_KEY"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export GD_Secret="YOUR_GODADDY_SECRET"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--issue --dns dns_gd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-d tiffanyfurniturekh.com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-d www.tiffanyfurniturekh.com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-d api.tiffanyfurniturekh.com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--server letsencrypt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mkdir -p /etc/ssl/tiffany-furniture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--install-cert -d tiffanyfurniturekh.com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--fullchain-file /etc/ssl/tiffany-furniture/fullchain.pem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--key-file       /etc/ssl/tiffany-furniture/key.pem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--reloadcmd      "nginx -s reload"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Check renewal schedule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--list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crontab -l | grep acme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394960"/>
            <a:ext cx="5669280" cy="411480"/>
          </a:xfrm>
          <a:prstGeom prst="rect">
            <a:avLst/>
          </a:prstGeom>
          <a:solidFill>
            <a:srgbClr val="FFF3CD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45896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24000"/>
                </a:solidFill>
              </a:rPr>
              <a:t>⚠  Regenerate GoDaddy API key after each use. Never commit to git. SSL valid 90 days, auto-renews at 60 days.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Nginx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6 config files — one per service + default block to deny IP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60120"/>
            <a:ext cx="5669280" cy="27432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000-default.conf  —  Block direct IP access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5669280" cy="15361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5449824" cy="1353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server {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listen 80 default_server;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listen 443 ssl default_server;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server_name _;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ssl_certificate /etc/ssl/emenu-cambodia/fullchain.pem;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ssl_certificate_key /etc/ssl/emenu-cambodia/key.pem;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return 444;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834639"/>
            <a:ext cx="5669280" cy="27432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88035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emenu-owner.conf  —  emenu-cambodia.com → :3000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108959"/>
            <a:ext cx="5669280" cy="15361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3200399"/>
            <a:ext cx="5449824" cy="1353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server {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listen 80; listen [::]:80;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server_name emenu-cambodia.com www.emenu-cambodia.com;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return 301 https://$host$request_uri;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}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server {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listen 443 ssl; listen [::]:443 ssl;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server_name emenu-cambodia.com www.emenu-cambodia.com;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ssl_certificate /etc/ssl/emenu-cambodia/fullchain.pem;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ssl_certificate_key /etc/ssl/emenu-cambodia/key.pem;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ssl_protocols TLSv1.2 TLSv1.3;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client_max_body_size 50M; server_tokens off;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location / {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proxy_pass http://127.0.0.1:3000;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proxy_http_version 1.1;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proxy_set_header Host $host;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proxy_set_header X-Real-IP $remote_addr;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}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709159"/>
            <a:ext cx="5669280" cy="27432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475487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emenu-api.conf  —  api.emenu-cambodia.com → :7070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983479"/>
            <a:ext cx="5669280" cy="15361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5074919"/>
            <a:ext cx="5449824" cy="1353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same structure as owner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server_name api.emenu-cambodia.com;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proxy_pass http://127.0.0.1:7070;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100584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emenu-client.conf  —  *.emenu-cambodia.com → :3001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234440"/>
            <a:ext cx="5669280" cy="15361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1325880"/>
            <a:ext cx="5449824" cy="1353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same structure as owner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server_name *.emenu-cambodia.com;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proxy_pass http://127.0.0.1:3001;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834639"/>
            <a:ext cx="5669280" cy="27432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288035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tiffany-frontend.conf  —  tiffanyfurniturekh.com → :3002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108959"/>
            <a:ext cx="5669280" cy="15361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3200399"/>
            <a:ext cx="5449824" cy="1353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server {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listen 80; listen [::]:80;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server_name tiffanyfurniturekh.com www.tiffanyfurniturekh.com;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return 301 https://$host$request_uri;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}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server {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listen 443 ssl; listen [::]:443 ssl;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server_name tiffanyfurniturekh.com www.tiffanyfurniturekh.com;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ssl_certificate /etc/ssl/tiffany-furniture/fullchain.pem;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ssl_certificate_key /etc/ssl/tiffany-furniture/key.pem;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ssl_protocols TLSv1.2 TLSv1.3;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client_max_body_size 50M; server_tokens off;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location / {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proxy_pass http://127.0.0.1:3002;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proxy_http_version 1.1;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proxy_set_header Host $host;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}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4709159"/>
            <a:ext cx="5669280" cy="27432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475487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tiffany-api.conf  —  api.tiffanyfurniturekh.com → :6060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983479"/>
            <a:ext cx="5669280" cy="15361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5074919"/>
            <a:ext cx="5449824" cy="1353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same structure as tiffany-frontend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server_name api.tiffanyfurniturekh.com;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proxy_pass http://127.0.0.1:6060;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510528"/>
            <a:ext cx="11658600" cy="25603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6601968"/>
            <a:ext cx="11439144" cy="73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nginx -t &amp;&amp; nginx -s reload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eMenu Backend — Deploy &amp;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Spring Boot JAR → /opt/apps/emenu-backend/ → Docker port 7070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First Time Deploy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566928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371600"/>
            <a:ext cx="5449824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1. Build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/opt/apps/khmer_project/menu-scanner-backend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run --rm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-v $(pwd):/app -v maven-cache:/root/.m2 -w /app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maven:3.9-eclipse-temurin-21-alpine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mvn clean package -DskipTests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2. Copy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target/e_menu_cambodia.jar /opt/apps/emenu-backend/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3. Build &amp; start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/opt/apps/emenu-backend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4. Verify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ps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http://localhost:7070/actuator/health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Update Deploy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371600"/>
            <a:ext cx="5449824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1. Pull latest code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/opt/apps/khmer_project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git pull origin main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2. Rebuild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menu-scanner-backend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run --rm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-v $(pwd):/app -v maven-cache:/root/.m2 -w /app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maven:3.9-eclipse-temurin-21-alpine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mvn clean package -DskipTests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3. Copy new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target/e_menu_cambodia.jar /opt/apps/emenu-backend/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4. Rebuild &amp; restart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/opt/apps/emenu-backend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532120"/>
            <a:ext cx="11658600" cy="5943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5623559"/>
            <a:ext cx="1143914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docker logs -f emenu_backend    # view logs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restart emenu_backend    # quick restart (no rebuild)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eMenu Frontends — Deploy &amp;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Owner :3000 (emenu-cambodia.com)  •  Client :3001 (*.emenu-cambodia.com)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Owner Frontend — /opt/apps/owner-frontend/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5669280" cy="3200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371600"/>
            <a:ext cx="5449824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First deploy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-r /opt/apps/khmer_project/menu-scanner-frontend-owner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   /opt/apps/owner-frontend/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/opt/apps/owner-frontend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Update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/opt/apps/khmer_project &amp;&amp; git pull origin main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rm -rf /opt/apps/owner-frontend/menu-scanner-frontend-owner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-r menu-scanner-frontend-owner /opt/apps/owner-frontend/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/opt/apps/owner-frontend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Client Frontend — /opt/apps/client-frontend/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669280" cy="3200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371600"/>
            <a:ext cx="5449824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First deploy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-r /opt/apps/khmer_project/menu-scanner-frontend-client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   /opt/apps/client-frontend/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/opt/apps/client-frontend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Update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/opt/apps/khmer_project &amp;&amp; git pull origin main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rm -rf /opt/apps/client-frontend/menu-scanner-frontend-client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-r menu-scanner-frontend-client /opt/apps/client-frontend/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/opt/apps/client-frontend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61772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Dockerfile pattern (same for both, change port 3000/3001):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919472"/>
            <a:ext cx="11658600" cy="18013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5010912"/>
            <a:ext cx="11439144" cy="1618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FROM node:20-alpine AS deps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WORKDIR /app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menu-scanner-frontend-owner/package.json menu-scanner-frontend-owner/package-lock.json ./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RUN npm ci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FROM node:20-alpine AS builder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WORKDIR /app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--from=deps /app/node_modules ./node_modules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menu-scanner-frontend-owner/ .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RUN npm run 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FROM node:20-alpine AS runner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WORKDIR /app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ENV NODE_ENV=production PORT=3000 HOSTNAME=0.0.0.0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--from=builder /app/public ./public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--from=builder --chown=nextjs:nodejs /app/.next/standalone ./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--from=builder --chown=nextjs:nodejs /app/.next/static ./.next/static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CMD ["node", "server.js"]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Tiffany Backend — Deploy &amp;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Spring Boot JAR → /opt/apps/tiffany-backend/ → Docker port 6060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First Time Deploy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566928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371600"/>
            <a:ext cx="5449824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1. Build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/opt/apps/tiffany_wong/tiffany-backend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run --rm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-v $(pwd):/app -v maven-cache:/root/.m2 -w /app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maven:3.9-eclipse-temurin-21-alpine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mvn clean package -DskipTests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2. Copy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target/tiffany_backend.jar /opt/apps/tiffany-backend/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3. Build &amp; start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4. Verify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ps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http://localhost:6060/actuator/health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Update Deploy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371600"/>
            <a:ext cx="5449824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1. Pull latest code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/opt/apps/tiffany_wong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git pull origin main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2. Rebuild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tiffany-backend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run --rm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-v $(pwd):/app -v maven-cache:/root/.m2 -w /app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maven:3.9-eclipse-temurin-21-alpine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mvn clean package -DskipTests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3. Copy new JAR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target/tiffany_backend.jar /opt/apps/tiffany-backend/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4. Rebuild &amp; restart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/opt/apps/tiffany-backend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532120"/>
            <a:ext cx="11658600" cy="5943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5623559"/>
            <a:ext cx="1143914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docker logs -f tiffany_backend    # view logs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https://api.tiffanyfurniturekh.com/actuator/health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Tiffany Frontend — Deploy &amp;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Next.js → /opt/apps/tiffany-frontend/ → Docker port 3002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First Time Deploy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5669280" cy="29260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371600"/>
            <a:ext cx="544982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1. Copy source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-r /opt/apps/tiffany_wong/tiffany-frontend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   /opt/apps/tiffany-frontend/tiffany-frontend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2. Build &amp; start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3. Verify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ps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https://tiffanyfurniturekh.com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Update Deploy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669280" cy="29260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371600"/>
            <a:ext cx="544982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1. Pull latest code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/opt/apps/tiffany_wong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git pull origin main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2. Copy updated source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rm -rf /opt/apps/tiffany-frontend/tiffany-frontend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cp -r tiffany-frontend /opt/apps/tiffany-frontend/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3. Rebuild &amp; restart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/opt/apps/tiffany-frontend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compose up -d --build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3434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Dockerfile: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645152"/>
            <a:ext cx="11658600" cy="207568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4736592"/>
            <a:ext cx="11439144" cy="18928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FROM node:20-alpine AS deps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WORKDIR /app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tiffany-frontend/package.json tiffany-frontend/package-lock.json ./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RUN npm ci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FROM node:20-alpine AS builder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WORKDIR /app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--from=deps /app/node_modules ./node_modules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tiffany-frontend/ .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RUN npm run 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FROM node:20-alpine AS runner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WORKDIR /app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ENV NODE_ENV=production PORT=3002 HOSTNAME=0.0.0.0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RUN addgroup --system --gid 1001 nodejs &amp;&amp; adduser --system --uid 1001 nextjs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--from=builder /app/public ./public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--from=builder --chown=nextjs:nodejs /app/.next/standalone ./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COPY --from=builder --chown=nextjs:nodejs /app/.next/static ./.next/static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USER nextjs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CMD ["node", "server.js"]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Database Setup &amp; Production Init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PostgreSQL 17 — Hibernate auto-creates tables on first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60120"/>
            <a:ext cx="27432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02412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Setting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960120"/>
            <a:ext cx="886968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1024128"/>
            <a:ext cx="8778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252728"/>
            <a:ext cx="27432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32588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Host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252728"/>
            <a:ext cx="88696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90672" y="1325880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  (or DB_HOST env var)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600200"/>
            <a:ext cx="27432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1673352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1600200"/>
            <a:ext cx="88696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1673352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5432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47672"/>
            <a:ext cx="27432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020824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Database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1947672"/>
            <a:ext cx="88696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90672" y="2020824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e_menu_platform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295144"/>
            <a:ext cx="27432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2368296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Username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295144"/>
            <a:ext cx="88696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90672" y="2368296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postgres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42616"/>
            <a:ext cx="27432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271576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DDL auto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642616"/>
            <a:ext cx="88696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90672" y="27157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update  (Hibernate creates/alters tables on startup)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7432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Run scripts/init-production-data.sql on e_menu_platform after first start: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063240"/>
            <a:ext cx="11658600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154680"/>
            <a:ext cx="11439144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-- Creates: PLATFORM_OWNER role, CUSTOMER role, platform owner user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--          user profile, role assignment, 3 subscription plans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-- Safe to re-run — all inserts use WHERE NOT EXISTS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-- Verify: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SELECT name, price, status, duration_type FROM subscription_plans WHERE is_deleted = false;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-- Expected: 3 rows  →  1 Week (WEEKLY) / 1 Month (MONTHLY) / 1 Year (YEARLY)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0292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</a:rPr>
              <a:t>Redis Cache: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21808"/>
            <a:ext cx="11658600" cy="139903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5413248"/>
            <a:ext cx="11439144" cy="1216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Subscription plans cache TTL = 6 hours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If pricing section shows empty after inserting data via SQL → flush Redis: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exec -it &lt;redis-container-id&gt; redis-cli FLUSHDB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Cache clears AUTOMATICALLY when plans are updated via the admin API (CacheEvict annotation)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Manual FLUSHDB only needed when inserting data directly via SQL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Location Data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Province / District / Commune / Village — source DB (bigint PKs) → production (UUID PKs)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60120"/>
            <a:ext cx="329184" cy="32918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1498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97840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Open pgAdmin → source database → Query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1795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Run the source database (account_online or similar)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35608"/>
            <a:ext cx="329184" cy="32918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49047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45389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Run Part A queries from  scripts/migrate-location-data.sql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655064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4 queries: province, district, commune, village — each generates INSERT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911095"/>
            <a:ext cx="329184" cy="32918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196596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929384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Download each result as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130552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Data Output panel → ↓ Download icon → Download as CSV  (province.csv, district.csv, commune.csv, village.csv)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386584"/>
            <a:ext cx="329184" cy="32918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44144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40487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Convert CSV → SQL  (Notepad / text editor)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6060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Ctrl+H → find: "  replace: (empty) → delete header line → Save As .sql (UTF-8 encoding)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62072"/>
            <a:ext cx="329184" cy="32918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291693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8803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Open pgAdmin → e_menu_platform (production) → Query 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08152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Ctrl+O to open file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337560"/>
            <a:ext cx="329184" cy="329184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339242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558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Run in ORDER — FK dependency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55701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1. province.sql   2. district.sql   3. commune.sql   4. village.sql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904487"/>
            <a:ext cx="1165860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995927"/>
            <a:ext cx="11439144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-- Part C: Verify counts match between source and production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SELECT 'province', COUNT(*) FROM location_province_cbc WHERE is_deleted=false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UNION ALL SELECT 'district', COUNT(*) FROM location_district_cbc WHERE is_deleted=false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UNION ALL SELECT 'commune',  COUNT(*) FROM location_commune_cbc  WHERE is_deleted=false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UNION ALL SELECT 'village',  COUNT(*) FROM location_village_cbc  WHERE is_deleted=false;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Telegram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Webhook + Login Widget (eMenu)  •  Mini App (Tiffany)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eMenu — Bot Webhook &amp; Login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566928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371600"/>
            <a:ext cx="5449824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Set webhook (run once after backend deploy)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-s 'https://api.telegram.org/bot&lt;TOKEN&gt;/setWebhook'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--data-urlencode \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'url=https://api.emenu-cambodia.com/api/v1/telegram/webhook'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Verify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'https://api.telegram.org/bot&lt;TOKEN&gt;/getWebhookInfo'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BotFather — enable login widget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/setdomain → select bot → emenu-cambodia.com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(covers all subdomains automatically)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application-prod.yaml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telegram: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bot: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webhook-url: '${TELEGRAM_WEBHOOK_URL:https://api.emenu-cambodia.com}'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  auto-setup: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Tiffany — Mini App Setup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371600"/>
            <a:ext cx="5449824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BotFather commands: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/newapp → select bot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  Title: Tiffany Furniture KH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  Web App URL: https://tiffanyfurniturekh.com/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  Short name: tiffany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/setmenubutton → select bot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  Button text: Open Shop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  Web App URL: https://tiffanyfurniturekh.com/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/setdomain → select bot → tiffanyfurniturekh.com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Mini App URL for users: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t.me/YOUR_BOT_USERNAME/tiffany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Add to Next.js layout.tsx: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import Script from 'next/script'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&lt;Script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src="https://telegram.org/js/telegram-web-app.js"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  strategy="beforeInteractive"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/&gt;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532120"/>
            <a:ext cx="11658600" cy="4114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5623559"/>
            <a:ext cx="114391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curl https://api.emenu-cambodia.com/actuator/health    # verify backend webhook is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DNS Records (GoDaddy)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30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All A records point to server IP: 167.172.88.194  •  TTL: 600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B00"/>
                </a:solidFill>
              </a:rPr>
              <a:t>emenu-cambodia.com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9144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4416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280160"/>
            <a:ext cx="13716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134416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280160"/>
            <a:ext cx="32004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34416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280160"/>
            <a:ext cx="361188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1344168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572768"/>
            <a:ext cx="914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64592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1572768"/>
            <a:ext cx="13716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1645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@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1572768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33472" y="16459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1572768"/>
            <a:ext cx="36118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3872" y="1645920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Owner frontend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1920240"/>
            <a:ext cx="914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199339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1920240"/>
            <a:ext cx="13716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1872" y="19933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www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0" y="1920240"/>
            <a:ext cx="3200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33472" y="199339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1920240"/>
            <a:ext cx="36118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3872" y="1993392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Owner frontend (www)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267712"/>
            <a:ext cx="914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2340864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88720" y="2267712"/>
            <a:ext cx="13716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61872" y="234086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0" y="2267712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33472" y="234086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2267712"/>
            <a:ext cx="36118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33872" y="234086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Backend API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615184"/>
            <a:ext cx="914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2688336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88720" y="2615184"/>
            <a:ext cx="13716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1872" y="2688336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60320" y="2615184"/>
            <a:ext cx="3200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33472" y="268833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60720" y="2615184"/>
            <a:ext cx="36118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33872" y="2688336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Wildcard → client frontend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34747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tiffanyfurniturekh.com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3794760"/>
            <a:ext cx="9144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" y="385876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88720" y="3794760"/>
            <a:ext cx="13716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61872" y="385876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0" y="3794760"/>
            <a:ext cx="320040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33472" y="385876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3794760"/>
            <a:ext cx="3611880" cy="292608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33872" y="3858768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087368"/>
            <a:ext cx="914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7472" y="416052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88720" y="4087368"/>
            <a:ext cx="13716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61872" y="4160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@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60320" y="4087368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633472" y="41605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4087368"/>
            <a:ext cx="36118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33872" y="4160520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Frontend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4434840"/>
            <a:ext cx="914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7472" y="450799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88720" y="4434840"/>
            <a:ext cx="13716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61872" y="4507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www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60320" y="4434840"/>
            <a:ext cx="3200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633472" y="450799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4434840"/>
            <a:ext cx="36118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833872" y="4507992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Frontend (www)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4782312"/>
            <a:ext cx="914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7472" y="4855464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6B00"/>
                </a:solidFill>
              </a:rPr>
              <a:t>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188720" y="4782312"/>
            <a:ext cx="13716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61872" y="485546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api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60320" y="4782312"/>
            <a:ext cx="320040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33472" y="485546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167.172.88.194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60720" y="4782312"/>
            <a:ext cx="3611880" cy="347472"/>
          </a:xfrm>
          <a:prstGeom prst="rect">
            <a:avLst/>
          </a:prstGeom>
          <a:solidFill>
            <a:srgbClr val="F7F8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33872" y="485546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D3D"/>
                </a:solidFill>
              </a:rPr>
              <a:t>Backend API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960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Nameservers (GoDaddy):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17920" y="1280160"/>
            <a:ext cx="5669280" cy="5943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27648" y="1371600"/>
            <a:ext cx="54498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ns47.domaincontrol.com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ns48.domaincontrol.com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2011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D3D"/>
                </a:solidFill>
              </a:rPr>
              <a:t>Verify DNS propagation: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17920" y="2331720"/>
            <a:ext cx="5669280" cy="16459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2423160"/>
            <a:ext cx="5449824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Check A record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nslookup emenu-cambodia.com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nslookup api.tiffanyfurniturekh.com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Or use online tool: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https://dnschecker.org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114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Wait 5–30 min for propagation after adding/changing DNS records.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Moving to a New Server — Complete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1498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98755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Provision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Get Linux VPS  •  Install Docker (curl -fsSL https://get.docker.com | sh)  •  Install Nginx + acme.sh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56232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911096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836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Update DNS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48840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GoDaddy → update all A records to new server IP  •  Wait 5–30 min for propagation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752344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807208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79775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Issue SSL Certs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44951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 acme.sh for emenu-cambodia.com (wildcard) and tiffanyfurniturekh.com  •  Install to /etc/ssl/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648456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70332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758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Nginx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41064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Create all 6 conf files in /etc/nginx/conf.d/  •  nginx -t &amp;&amp; nginx -s reload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544568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599431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720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Start DB &amp; Redis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837176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cd /opt/tools/postgres &amp;&amp; docker compose up -d  •  cd /opt/tools/redis &amp;&amp; docker compose up -d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440680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49554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4681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Deploy eMenu Backend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733288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Build JAR → copy to /opt/apps/emenu-backend/ → docker compose up -d --build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960120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101498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98755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Deploy eMenu Frontends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252728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Copy source → /opt/apps/owner-frontend/ and /opt/apps/client-frontend/ → docker compose up -d --build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1856232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1911096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18836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Deploy Tiffany Backend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2148840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Build JAR → copy to /opt/apps/tiffany-backend/ → docker compose up -d --build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2752344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2807208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2779775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Deploy Tiffany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044951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Copy source → /opt/apps/tiffany-frontend/tiffany-frontend/ → docker compose up -d --build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648456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370332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36758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Init Database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3941064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 scripts/init-production-data.sql  •  Run scripts/migrate-location-data.sql (Parts A+B)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4544568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4599431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5720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Telegram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4837176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Set webhook URL  •  BotFather /setdomain for both bots  •  /newapp for Tiffany Mini App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5440680"/>
            <a:ext cx="320040" cy="32004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9554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4681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2D3D"/>
                </a:solidFill>
              </a:rPr>
              <a:t>Verify 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5733288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docker ps  •  curl all health endpoints  •  open all URLs in browser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Quick Reference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5577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51560"/>
            <a:ext cx="5449824" cy="5394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── View all containers 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ps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Restart a service ────────────────────────────────────────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restart emenu_backend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restart tiffany_backend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View live logs ───────────────────────────────────────────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logs -f emenu_backend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logs -f tiffany_backend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logs -f tiffany_frontend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Flush Redis cache ────────────────────────────────────────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docker exec -it &lt;redis-container-id&gt; redis-cli FLUSHDB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Rebuild after code change (eMenu) 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/opt/apps/emenu-backend &amp;&amp; 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/opt/apps/owner-frontend &amp;&amp; 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/opt/apps/client-frontend &amp;&amp; docker compose up -d --build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60120"/>
            <a:ext cx="5669280" cy="5577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051560"/>
            <a:ext cx="5449824" cy="5394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0F172A"/>
                </a:solidFill>
                <a:latin typeface="Courier New"/>
              </a:rPr>
              <a:t># ── Rebuild after code change (Tiffany) 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/opt/apps/tiffany-backend &amp;&amp; 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cd /opt/apps/tiffany-frontend &amp;&amp; docker compose up -d --build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Check SSL certs &amp; renewal schedule 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--list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crontab -l | grep acme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Force SSL renewal ────────────────────────────────────────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--renew -d emenu-cambodia.com --force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~/.acme.sh/acme.sh --renew -d tiffanyfurniturekh.com --force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Nginx test &amp; reload 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nginx -t &amp;&amp; nginx -s reload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# ── Health checks ────────────────────────────────────────────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https://api.emenu-cambodia.com/actuator/health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https://api.tiffanyfurniturekh.com/actuator/health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https://emenu-cambodia.com</a:t>
            </a:r>
          </a:p>
          <a:p>
            <a:r>
              <a:rPr sz="850">
                <a:solidFill>
                  <a:srgbClr val="0F172A"/>
                </a:solidFill>
                <a:latin typeface="Courier New"/>
              </a:rPr>
              <a:t>curl https://tiffanyfurniturekh.com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D3D"/>
                </a:solidFill>
              </a:rPr>
              <a:t>Setup Complete — All Services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E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1498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9875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PostgreSQL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216152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Running on 127.0.0.1:5432  •  Database: e_menu_platform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28216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78308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175564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Redis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1984248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Running on 127.0.0.1:6379  •  Cache TTL: 6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96312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55117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52374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eMenu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2752344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Running on 127.0.0.1:7070  •  Healthy  •  api.emenu-cambodia.com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64408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31927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2918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eMenu Owner 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52044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Running on 127.0.0.1:3000  •  emenu-cambodia.com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032504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08736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" y="405993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eMenu Client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288536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Running on 127.0.0.1:3001  •  *.emenu-cambodia.com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800600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8554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48280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Tiffany Backend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056632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Running on 127.0.0.1:6060  •  Healthy  •  api.tiffanyfurniturekh.com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568696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5623559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55961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Tiffany Frontend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824728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Running on 127.0.0.1:3002  •  tiffanyfurniturekh.com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960120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101498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4264" y="9875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SSL — eMenu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84264" y="1216152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*.emenu-cambodia.com  •  ZeroSSL  •  Auto-renew 2026-08-23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1728216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178308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84264" y="175564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SSL — Tiffany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84264" y="1984248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tiffanyfurniturekh.com  •  Let's Encrypt  •  Auto-renew 2026-08-14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2496312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55117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84264" y="252374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Nginx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84264" y="2752344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6 conf files  •  IP direct access blocked  •  All domains routed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3264408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331927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84264" y="32918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Telegram — eMenu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84264" y="352044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Webhook active  •  Login domain: emenu-cambodia.com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032504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408736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84264" y="405993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Telegram — Tiffany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84264" y="4288536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Mini App registered  •  tiffanyfurniturekh.com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800600"/>
            <a:ext cx="32918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48554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84264" y="48280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D3D"/>
                </a:solidFill>
              </a:rPr>
              <a:t>Init Data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84264" y="5056632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</a:rPr>
              <a:t>Platform owner + 3 subscription plans  •  Location data migrated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